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layfair Display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Oswal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Oswald-bold.fntdata"/><Relationship Id="rId10" Type="http://schemas.openxmlformats.org/officeDocument/2006/relationships/slide" Target="slides/slide5.xml"/><Relationship Id="rId21" Type="http://schemas.openxmlformats.org/officeDocument/2006/relationships/font" Target="fonts/Oswald-regular.fntdata"/><Relationship Id="rId13" Type="http://schemas.openxmlformats.org/officeDocument/2006/relationships/font" Target="fonts/PlayfairDispl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italic.fntdata"/><Relationship Id="rId14" Type="http://schemas.openxmlformats.org/officeDocument/2006/relationships/font" Target="fonts/PlayfairDisplay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PlayfairDispl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27afd8cd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27afd8cd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27afd8cd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27afd8cd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27afd8cd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27afd8cd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27afd8cd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27afd8cd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27afd8cd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27afd8cd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27afd8cd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27afd8cd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Archiver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Подготовил:Цветков Игорь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уникальности нет 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Но зато при разработке проекта были получены знания об устройстве архиватора и т.п.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700"/>
              <a:t>Стек</a:t>
            </a:r>
            <a:endParaRPr sz="3700"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300"/>
              <a:t>Язык:Python</a:t>
            </a:r>
            <a:endParaRPr sz="2300"/>
          </a:p>
        </p:txBody>
      </p:sp>
      <p:sp>
        <p:nvSpPr>
          <p:cNvPr id="72" name="Google Shape;72;p1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300"/>
              <a:t>Gui:ctk</a:t>
            </a:r>
            <a:endParaRPr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600"/>
              <a:t>бд нема это же распаковщик</a:t>
            </a:r>
            <a:endParaRPr sz="4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3275" y="0"/>
            <a:ext cx="6137450" cy="47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012" y="0"/>
            <a:ext cx="5915974" cy="456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111775"/>
            <a:ext cx="8520600" cy="42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/>
              <a:t>Ссылка на репозиторий: https://github.com/Xaika1/archiver</a:t>
            </a:r>
            <a:endParaRPr sz="1700"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411657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800"/>
              <a:t>Спасибо за внимание</a:t>
            </a:r>
            <a:endParaRPr sz="2800"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386" y="1073025"/>
            <a:ext cx="2519225" cy="244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